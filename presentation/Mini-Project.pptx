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73" r:id="rId13"/>
    <p:sldId id="272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27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4898-781D-6D57-E152-48D9D26E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EC4E3-ACF2-EF80-EFF6-7E2568064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AEE36-1CF8-9063-CC6A-3216EC3B4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893D-E93F-313E-FC8C-53EB3E339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78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88CE-5BFF-415B-13CB-78D4D5AF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7049A-63E3-26AB-25E2-023F3996A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12AAF-FB44-52DE-2BE8-4D82F4BD0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E8E09-54EE-C3E4-E564-834A4D066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67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6" name="Shape 3"/>
          <p:cNvSpPr/>
          <p:nvPr/>
        </p:nvSpPr>
        <p:spPr>
          <a:xfrm>
            <a:off x="877824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7" name="Shape 4"/>
          <p:cNvSpPr/>
          <p:nvPr/>
        </p:nvSpPr>
        <p:spPr>
          <a:xfrm>
            <a:off x="1042416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64008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1751269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Webhook-Based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313625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Keylogger Exfiltration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1345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Network Traffic Analysis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5" name="Image 1" descr="/home/claude/proj/ic_wifi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500220"/>
            <a:ext cx="372161" cy="37216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508760" y="4434840"/>
            <a:ext cx="502920" cy="5029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7" name="Image 2" descr="/home/claude/proj/ic_router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140" y="4500220"/>
            <a:ext cx="372161" cy="37216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194560" y="4434840"/>
            <a:ext cx="502920" cy="5029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9" name="Image 3" descr="/home/claude/proj/ic_history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940" y="4500220"/>
            <a:ext cx="372161" cy="37216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2960" y="5257800"/>
            <a:ext cx="2011680" cy="9144"/>
          </a:xfrm>
          <a:prstGeom prst="line">
            <a:avLst/>
          </a:prstGeom>
          <a:noFill/>
          <a:ln w="19050">
            <a:solidFill>
              <a:srgbClr val="24453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concepts this project builds 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43434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8" name="Image 1" descr="/home/claude/proj/ic_bug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76272"/>
            <a:ext cx="676656" cy="6766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3154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Keylogger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490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secretly records what a user types — keystrokes, and in more advanced cases screenshots or camera captures — without their knowledge.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914400" y="5166360"/>
            <a:ext cx="4617720" cy="640080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1560" y="51663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watcher.exe (this project's test sample)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1691640"/>
            <a:ext cx="5349240" cy="43434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29400" y="2057400"/>
            <a:ext cx="914400" cy="91440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5" name="Image 2" descr="/home/claude/proj/ic_public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17627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3154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37490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for one app to automatically send data to another app's URL the moment something happens — normally used for legitimate notifications (e.g. a message posting to Discord).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629400" y="5166360"/>
            <a:ext cx="4617720" cy="640080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766560" y="51663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discord.com/api/webhooks/...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together: a keylogger that uses a webhook as its exfiltration channel — captured data rides an ordinary-looking HTTPS request straight into an attacker's Discord/Telegram/Slack.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exfiltration chain, end to end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423160" cy="27432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94460" y="2834640"/>
            <a:ext cx="731520" cy="7315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9" name="Image 1" descr="/home/claude/proj/ic_bug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558" y="292973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Capture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160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Keystrokes, screenshots, camera frames captured on the host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040380" y="3474720"/>
            <a:ext cx="365760" cy="365760"/>
          </a:xfrm>
          <a:prstGeom prst="ellipse">
            <a:avLst/>
          </a:prstGeom>
          <a:solidFill>
            <a:srgbClr val="060A07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3" name="Image 2" descr="/home/claude/proj/ic_arrow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586" y="3525926"/>
            <a:ext cx="263347" cy="26334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74720" y="2286000"/>
            <a:ext cx="2423160" cy="27432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65760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320540" y="2834640"/>
            <a:ext cx="731520" cy="7315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7" name="Image 3" descr="/home/claude/proj/ic_hub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638" y="2929738"/>
            <a:ext cx="541325" cy="5413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65760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3657600" y="4160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data briefly written/buffered before transmission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966460" y="3474720"/>
            <a:ext cx="365760" cy="365760"/>
          </a:xfrm>
          <a:prstGeom prst="ellipse">
            <a:avLst/>
          </a:prstGeom>
          <a:solidFill>
            <a:srgbClr val="060A07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21" name="Image 4" descr="/home/claude/proj/ic_arrow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666" y="3525926"/>
            <a:ext cx="263347" cy="26334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00800" y="2286000"/>
            <a:ext cx="2423160" cy="27432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58368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246620" y="2834640"/>
            <a:ext cx="731520" cy="7315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5" name="Image 5" descr="/home/claude/proj/ic_wifi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718" y="2929738"/>
            <a:ext cx="541325" cy="54132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58368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POST</a:t>
            </a:r>
            <a:endParaRPr lang="en-US" sz="1650" dirty="0"/>
          </a:p>
        </p:txBody>
      </p:sp>
      <p:sp>
        <p:nvSpPr>
          <p:cNvPr id="27" name="Text 19"/>
          <p:cNvSpPr txBox="1"/>
          <p:nvPr/>
        </p:nvSpPr>
        <p:spPr>
          <a:xfrm>
            <a:off x="6583680" y="4160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out over standard TLS to a webhook endpoint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8892540" y="3474720"/>
            <a:ext cx="365760" cy="365760"/>
          </a:xfrm>
          <a:prstGeom prst="ellipse">
            <a:avLst/>
          </a:prstGeom>
          <a:solidFill>
            <a:srgbClr val="060A07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29" name="Image 6" descr="/home/claude/proj/ic_arrow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746" y="3525926"/>
            <a:ext cx="263347" cy="263347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326880" y="2286000"/>
            <a:ext cx="2423160" cy="2743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950976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10172700" y="2834640"/>
            <a:ext cx="731520" cy="7315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33" name="Image 7" descr="/home/claude/proj/ic_public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798" y="2929738"/>
            <a:ext cx="541325" cy="54132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50976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Server</a:t>
            </a:r>
            <a:endParaRPr lang="en-US" sz="1650" dirty="0"/>
          </a:p>
        </p:txBody>
      </p:sp>
      <p:sp>
        <p:nvSpPr>
          <p:cNvPr id="35" name="Text 25"/>
          <p:cNvSpPr txBox="1"/>
          <p:nvPr/>
        </p:nvSpPr>
        <p:spPr>
          <a:xfrm>
            <a:off x="9509760" y="4160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Discord/Telegram/Slack receives it as ordinary API traffic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5394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step 3 rides standard HTTPS to a trusted domain, it looks identical to normal application traffic — this is the blind spot the project targets.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ARCHITECTURE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watcher.exe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383280" cy="105156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084832"/>
            <a:ext cx="640080" cy="64008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8" name="Image 1" descr="/home/claude/proj/ic_keyboar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2168042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Keystroke Logger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keyboard input, batches text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931920" y="2400300"/>
            <a:ext cx="685800" cy="9144"/>
          </a:xfrm>
          <a:prstGeom prst="line">
            <a:avLst/>
          </a:prstGeom>
          <a:noFill/>
          <a:ln w="15875">
            <a:solidFill>
              <a:srgbClr val="24453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182112"/>
            <a:ext cx="3383280" cy="105156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392424"/>
            <a:ext cx="640080" cy="64008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4" name="Image 2" descr="/home/claude/proj/ic_monitor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" y="3475634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300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Module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36850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screen on an interval / trigger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31920" y="3707892"/>
            <a:ext cx="685800" cy="9144"/>
          </a:xfrm>
          <a:prstGeom prst="line">
            <a:avLst/>
          </a:prstGeom>
          <a:noFill/>
          <a:ln w="15875">
            <a:solidFill>
              <a:srgbClr val="24453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489704"/>
            <a:ext cx="3383280" cy="105156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700016"/>
            <a:ext cx="640080" cy="64008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0" name="Image 3" descr="/home/claude/proj/ic_camera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" y="4783226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608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Capture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4992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Grabs webcam frames when triggered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931920" y="5015484"/>
            <a:ext cx="685800" cy="9144"/>
          </a:xfrm>
          <a:prstGeom prst="line">
            <a:avLst/>
          </a:prstGeom>
          <a:noFill/>
          <a:ln w="15875">
            <a:solidFill>
              <a:srgbClr val="24453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46320" y="2468880"/>
            <a:ext cx="2377440" cy="1920240"/>
          </a:xfrm>
          <a:prstGeom prst="rect">
            <a:avLst/>
          </a:prstGeom>
          <a:solidFill>
            <a:srgbClr val="142218"/>
          </a:solidFill>
          <a:ln w="15875">
            <a:solidFill>
              <a:srgbClr val="39FF6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23560" y="2743200"/>
            <a:ext cx="822960" cy="82296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6" name="Image 4" descr="/home/claude/proj/ic_bug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0545" y="2850185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4632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watcher.exe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846320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unsigned process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223760" y="3429000"/>
            <a:ext cx="685800" cy="9144"/>
          </a:xfrm>
          <a:prstGeom prst="line">
            <a:avLst/>
          </a:prstGeom>
          <a:noFill/>
          <a:ln w="15875">
            <a:solidFill>
              <a:srgbClr val="24453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01000" y="2468880"/>
            <a:ext cx="3611880" cy="192024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29600" y="2788920"/>
            <a:ext cx="685800" cy="68580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32" name="Image 5" descr="/home/claude/proj/ic_upload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754" y="2878074"/>
            <a:ext cx="507492" cy="50749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0684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POST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900684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to Discord API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3611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persistence. Runs only while manually executed — every capture batches into one outbound POST.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capture modules feed one process, which funnels everything through a single exfiltration path — the same path Layer 1 and Layer 2 of the demo target.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126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ENVIRONMENT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Virtual Machine this was actually run 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949440" cy="4245640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7" name="Image 1" descr="/home/claude/proj/vm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6766560" cy="4062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windowsVM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— isolated guest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9281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(64-bit)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37053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GB base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44668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adapter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4672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INSTALLED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5342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watcher, Wireshark,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TCPView, Autoruns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isolated from the host — the sample never touches the physical machine.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SAMPLE OUTPUT — STEP 1 &amp;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bait: a fake bank the victim logs into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77256" cy="3367697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7" name="Image 1" descr="/home/claude/proj/evidence/vulnbank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847088"/>
            <a:ext cx="5349240" cy="32396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2392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5205641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signs in to VulnBank (test target)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477256" cy="3317469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1" name="Image 2" descr="/home/claude/proj/evidence/vulnbank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47088"/>
            <a:ext cx="5349240" cy="318945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517370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949440" y="5155413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begins — dashboard loads normally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SAMPLE OUTPUT — STEP 3 &amp;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capture: what watcher.exe sends back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77256" cy="347094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7" name="Image 1" descr="/home/claude/proj/evidence/discord_fe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847088"/>
            <a:ext cx="5349240" cy="33429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32717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530888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session posted to Discord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477256" cy="347094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1" name="Image 2" descr="/home/claude/proj/evidence/discord_fe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47088"/>
            <a:ext cx="5349240" cy="334292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532717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949440" y="530888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logged and matched to the login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captures post automatically to a private Discord channel — no visible window, no user-facing indication the sample is running.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hides in traffic you already trust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9144"/>
          </a:xfrm>
          <a:prstGeom prst="line">
            <a:avLst/>
          </a:prstGeom>
          <a:noFill/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103120"/>
            <a:ext cx="3566160" cy="374904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514600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9" name="Image 1" descr="/home/claude/proj/ic_bug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" y="261564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Legitimate cover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exfiltrates data through trusted services — Discord, Telegram, Slack — riding ordinary HTTPS traffic.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297680" y="2103120"/>
            <a:ext cx="3566160" cy="374904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17720" y="2514600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4" name="Image 2" descr="/home/claude/proj/ic_shield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61" y="2615641"/>
            <a:ext cx="575158" cy="5751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AV misses it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malicious binary signature is transmitted; the traffic pattern looks identical to normal app usage.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046720" y="2103120"/>
            <a:ext cx="3566160" cy="374904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66760" y="2514600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9" name="Image 3" descr="/home/claude/proj/ic_warning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801" y="2615641"/>
            <a:ext cx="575158" cy="57515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6676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technique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Webhook-based exfiltration is increasingly common in commodity malware and info-stealers.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it without knowing its signature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120640" cy="411480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8" name="Image 1" descr="/home/claude/proj/ic_shiel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176272"/>
            <a:ext cx="676656" cy="6766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1089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webhook-based data exfiltration using multi-layer network and host analysis, with no prior knowledge of the malware sample required.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68680" y="4709160"/>
            <a:ext cx="1463040" cy="9144"/>
          </a:xfrm>
          <a:prstGeom prst="line">
            <a:avLst/>
          </a:prstGeom>
          <a:noFill/>
          <a:ln w="19050">
            <a:solidFill>
              <a:srgbClr val="24453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same detection principle used by real SOC tooling.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943600" y="1737360"/>
            <a:ext cx="5669280" cy="118872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4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6858000" y="1993392"/>
            <a:ext cx="658368" cy="658368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5" name="Image 2" descr="/home/claude/proj/ic_public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588" y="2078980"/>
            <a:ext cx="487192" cy="4871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8096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covert exfiltration channels at the network layer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5943600" y="3200400"/>
            <a:ext cx="5669280" cy="118872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2648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4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6858000" y="3456432"/>
            <a:ext cx="658368" cy="658368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0" name="Image 3" descr="/home/claude/proj/ic_hub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588" y="3542020"/>
            <a:ext cx="487192" cy="4871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8096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suspicious traffic with the local process responsible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5943600" y="4663440"/>
            <a:ext cx="5669280" cy="118872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126480" y="4846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4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18"/>
          <p:cNvSpPr/>
          <p:nvPr/>
        </p:nvSpPr>
        <p:spPr>
          <a:xfrm>
            <a:off x="6858000" y="4919472"/>
            <a:ext cx="658368" cy="658368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5" name="Image 4" descr="/home/claude/proj/ic_history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588" y="5005060"/>
            <a:ext cx="487192" cy="48719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80960" y="4892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persistence to establish malicious intent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evidence chain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416052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47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NETWORK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350008"/>
            <a:ext cx="822960" cy="82296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9" name="Image 1" descr="/home/claude/proj/ic_wifi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5" y="2456993"/>
            <a:ext cx="608990" cy="6089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3355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7856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TLS SNI and traffic timing/size pattern to spot covert channels.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22960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4" name="Shape 10"/>
          <p:cNvSpPr/>
          <p:nvPr/>
        </p:nvSpPr>
        <p:spPr>
          <a:xfrm>
            <a:off x="969264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15568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6" name="Shape 12"/>
          <p:cNvSpPr/>
          <p:nvPr/>
        </p:nvSpPr>
        <p:spPr>
          <a:xfrm>
            <a:off x="1261872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7" name="Shape 13"/>
          <p:cNvSpPr/>
          <p:nvPr/>
        </p:nvSpPr>
        <p:spPr>
          <a:xfrm>
            <a:off x="1408176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18" name="Shape 14"/>
          <p:cNvSpPr/>
          <p:nvPr/>
        </p:nvSpPr>
        <p:spPr>
          <a:xfrm>
            <a:off x="4005072" y="3570732"/>
            <a:ext cx="402336" cy="402336"/>
          </a:xfrm>
          <a:prstGeom prst="ellipse">
            <a:avLst/>
          </a:prstGeom>
          <a:solidFill>
            <a:srgbClr val="060A07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9" name="Image 2" descr="/home/claude/proj/ic_arrow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399" y="3627059"/>
            <a:ext cx="289682" cy="28968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43400" y="1691640"/>
            <a:ext cx="3520440" cy="416052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617720" y="1947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HOST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617720" y="2350008"/>
            <a:ext cx="822960" cy="82296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3" name="Image 3" descr="/home/claude/proj/ic_router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705" y="2456993"/>
            <a:ext cx="608990" cy="6089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617720" y="3355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Layer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4617720" y="37856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TCPView / Process Explorer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1772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connection to the exact local process generating it.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4617720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28" name="Shape 22"/>
          <p:cNvSpPr/>
          <p:nvPr/>
        </p:nvSpPr>
        <p:spPr>
          <a:xfrm>
            <a:off x="4764024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29" name="Shape 23"/>
          <p:cNvSpPr/>
          <p:nvPr/>
        </p:nvSpPr>
        <p:spPr>
          <a:xfrm>
            <a:off x="4910328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30" name="Shape 24"/>
          <p:cNvSpPr/>
          <p:nvPr/>
        </p:nvSpPr>
        <p:spPr>
          <a:xfrm>
            <a:off x="5056632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31" name="Shape 25"/>
          <p:cNvSpPr/>
          <p:nvPr/>
        </p:nvSpPr>
        <p:spPr>
          <a:xfrm>
            <a:off x="5202936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32" name="Shape 26"/>
          <p:cNvSpPr/>
          <p:nvPr/>
        </p:nvSpPr>
        <p:spPr>
          <a:xfrm>
            <a:off x="7799832" y="3570732"/>
            <a:ext cx="402336" cy="402336"/>
          </a:xfrm>
          <a:prstGeom prst="ellipse">
            <a:avLst/>
          </a:prstGeom>
          <a:solidFill>
            <a:srgbClr val="060A07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33" name="Image 4" descr="/home/claude/proj/ic_arrow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6159" y="3627059"/>
            <a:ext cx="289682" cy="28968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138160" y="1691640"/>
            <a:ext cx="3520440" cy="416052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12480" y="1947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PERSISTENCE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412480" y="2350008"/>
            <a:ext cx="822960" cy="82296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37" name="Image 5" descr="/home/claude/proj/ic_history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465" y="2456993"/>
            <a:ext cx="608990" cy="60899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412480" y="3355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lang="en-US" sz="2100" dirty="0"/>
          </a:p>
        </p:txBody>
      </p:sp>
      <p:sp>
        <p:nvSpPr>
          <p:cNvPr id="39" name="Text 31"/>
          <p:cNvSpPr txBox="1"/>
          <p:nvPr/>
        </p:nvSpPr>
        <p:spPr>
          <a:xfrm>
            <a:off x="8412480" y="37856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Autoruns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startup, registry, and scheduled tasks for how it survives reboot.</a:t>
            </a:r>
            <a:endParaRPr lang="en-US" sz="1450" dirty="0"/>
          </a:p>
        </p:txBody>
      </p:sp>
      <p:sp>
        <p:nvSpPr>
          <p:cNvPr id="41" name="Shape 33"/>
          <p:cNvSpPr/>
          <p:nvPr/>
        </p:nvSpPr>
        <p:spPr>
          <a:xfrm>
            <a:off x="8412480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42" name="Shape 34"/>
          <p:cNvSpPr/>
          <p:nvPr/>
        </p:nvSpPr>
        <p:spPr>
          <a:xfrm>
            <a:off x="8558784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43" name="Shape 35"/>
          <p:cNvSpPr/>
          <p:nvPr/>
        </p:nvSpPr>
        <p:spPr>
          <a:xfrm>
            <a:off x="8705088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44" name="Shape 36"/>
          <p:cNvSpPr/>
          <p:nvPr/>
        </p:nvSpPr>
        <p:spPr>
          <a:xfrm>
            <a:off x="8851392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45" name="Shape 37"/>
          <p:cNvSpPr/>
          <p:nvPr/>
        </p:nvSpPr>
        <p:spPr>
          <a:xfrm>
            <a:off x="8997696" y="5486400"/>
            <a:ext cx="36576" cy="36576"/>
          </a:xfrm>
          <a:prstGeom prst="ellipse">
            <a:avLst/>
          </a:prstGeom>
          <a:solidFill>
            <a:srgbClr val="244530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LAYER 1 OF 3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658368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6" name="Image 1" descr="/home/claude/proj/ic_wifi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759409"/>
            <a:ext cx="575158" cy="5751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7132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 — Wireshark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PCAP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E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annotated screenshot here ]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00F61C1C-614E-D2D8-F4CF-585E2757F628}"/>
              </a:ext>
            </a:extLst>
          </p:cNvPr>
          <p:cNvSpPr/>
          <p:nvPr/>
        </p:nvSpPr>
        <p:spPr>
          <a:xfrm>
            <a:off x="236025" y="1594338"/>
            <a:ext cx="11689470" cy="489790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3014735-6409-35DA-0E86-2AA823839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96" y="1694465"/>
            <a:ext cx="8047385" cy="47262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82885F-308F-16CC-4BEE-4BAB0465C51A}"/>
              </a:ext>
            </a:extLst>
          </p:cNvPr>
          <p:cNvSpPr txBox="1"/>
          <p:nvPr/>
        </p:nvSpPr>
        <p:spPr>
          <a:xfrm>
            <a:off x="8615758" y="2303260"/>
            <a:ext cx="30930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Wireshark is used to monitor and </a:t>
            </a: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network traffic. It helps identify unusual HTTPS connections and communication patterns related to data exfiltration.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87A3A-BC17-8167-6C1D-FC5AEDFFC664}"/>
              </a:ext>
            </a:extLst>
          </p:cNvPr>
          <p:cNvSpPr txBox="1"/>
          <p:nvPr/>
        </p:nvSpPr>
        <p:spPr>
          <a:xfrm>
            <a:off x="8615758" y="1909719"/>
            <a:ext cx="263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point out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B2A39-C2F4-F9DE-55F9-83F1099A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>
            <a:extLst>
              <a:ext uri="{FF2B5EF4-FFF2-40B4-BE49-F238E27FC236}">
                <a16:creationId xmlns:a16="http://schemas.microsoft.com/office/drawing/2014/main" id="{AF9E85F1-64BE-9798-053B-71E83E0DA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9C89D7E-6723-C9A8-398E-5BD59B134D78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F1105A-41E8-6EBC-29FD-25DABC6D21F0}"/>
              </a:ext>
            </a:extLst>
          </p:cNvPr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LAYER 1.1 OF 3</a:t>
            </a:r>
            <a:endParaRPr lang="en-US" sz="1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66470FE-BB76-FFEF-337C-DD8196AF34B7}"/>
              </a:ext>
            </a:extLst>
          </p:cNvPr>
          <p:cNvSpPr/>
          <p:nvPr/>
        </p:nvSpPr>
        <p:spPr>
          <a:xfrm>
            <a:off x="548640" y="658368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2C1EBC-1C46-64FA-A80C-EF6FD0F71C69}"/>
              </a:ext>
            </a:extLst>
          </p:cNvPr>
          <p:cNvSpPr txBox="1"/>
          <p:nvPr/>
        </p:nvSpPr>
        <p:spPr>
          <a:xfrm>
            <a:off x="1508760" y="7132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 — Wireshark</a:t>
            </a:r>
            <a:endParaRPr lang="en-US" sz="28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5C77161-844F-A6BD-683D-229112A1408F}"/>
              </a:ext>
            </a:extLst>
          </p:cNvPr>
          <p:cNvSpPr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512D6E9-F4C8-796F-FF74-DBFB766BAC92}"/>
              </a:ext>
            </a:extLst>
          </p:cNvPr>
          <p:cNvSpPr txBox="1"/>
          <p:nvPr/>
        </p:nvSpPr>
        <p:spPr>
          <a:xfrm>
            <a:off x="10421112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PCAP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A50A9B1-CB58-D8C7-BCD3-F6448A3A204A}"/>
              </a:ext>
            </a:extLst>
          </p:cNvPr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E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annotated screenshot here ]</a:t>
            </a:r>
            <a:endParaRPr lang="en-US" sz="15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A9B7A3D8-FE14-74FE-74A4-2B9774AEDF55}"/>
              </a:ext>
            </a:extLst>
          </p:cNvPr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1976DBD-07A4-5C12-8FD6-ED457660657D}"/>
              </a:ext>
            </a:extLst>
          </p:cNvPr>
          <p:cNvSpPr/>
          <p:nvPr/>
        </p:nvSpPr>
        <p:spPr>
          <a:xfrm>
            <a:off x="236025" y="1594338"/>
            <a:ext cx="11689470" cy="489790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1" name="Image 1" descr="/home/claude/proj/ic_wifi_c.png">
            <a:extLst>
              <a:ext uri="{FF2B5EF4-FFF2-40B4-BE49-F238E27FC236}">
                <a16:creationId xmlns:a16="http://schemas.microsoft.com/office/drawing/2014/main" id="{D1EBE96C-9E10-72BC-B4D2-4249EF43B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759409"/>
            <a:ext cx="575158" cy="5751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0C9E3D-2ADB-FA7E-51DC-05B4C610D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51" y="1694465"/>
            <a:ext cx="5738850" cy="32858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19EA13-CFA1-672A-C53B-614D4429F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127" y="1694465"/>
            <a:ext cx="5595814" cy="3285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F7945F-9163-826B-65FC-1BDAD1F13F4C}"/>
              </a:ext>
            </a:extLst>
          </p:cNvPr>
          <p:cNvSpPr txBox="1"/>
          <p:nvPr/>
        </p:nvSpPr>
        <p:spPr>
          <a:xfrm>
            <a:off x="434995" y="5142142"/>
            <a:ext cx="3673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point out</a:t>
            </a: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F27F2-0204-7645-1EA0-6DC59C308417}"/>
              </a:ext>
            </a:extLst>
          </p:cNvPr>
          <p:cNvSpPr txBox="1"/>
          <p:nvPr/>
        </p:nvSpPr>
        <p:spPr>
          <a:xfrm>
            <a:off x="434995" y="5482149"/>
            <a:ext cx="11086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captured network traffic is examined to find suspicious communication. Packet size, timing, and destination are checked to identify possible webhook-based data transfer. traffic is examined to find suspicious communication. Packet size, timing, and destination are checked to identify possible webhook-based data transfer.</a:t>
            </a:r>
          </a:p>
        </p:txBody>
      </p:sp>
    </p:spTree>
    <p:extLst>
      <p:ext uri="{BB962C8B-B14F-4D97-AF65-F5344CB8AC3E}">
        <p14:creationId xmlns:p14="http://schemas.microsoft.com/office/powerpoint/2010/main" val="255542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1B15E-8A79-A975-3C36-AE8EE0A1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>
            <a:extLst>
              <a:ext uri="{FF2B5EF4-FFF2-40B4-BE49-F238E27FC236}">
                <a16:creationId xmlns:a16="http://schemas.microsoft.com/office/drawing/2014/main" id="{46E9BEE8-A551-85BF-8D8F-6EA7B1255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6A7ABD6-83A1-48CD-0A8D-E95E749F720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5EC54F-A0B3-E570-CCEB-77F433A4EAED}"/>
              </a:ext>
            </a:extLst>
          </p:cNvPr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LAYER 1.2 OF 3</a:t>
            </a:r>
            <a:endParaRPr lang="en-US" sz="1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F218CCB-8817-F1CB-5FC4-0DFFA78DE7C7}"/>
              </a:ext>
            </a:extLst>
          </p:cNvPr>
          <p:cNvSpPr/>
          <p:nvPr/>
        </p:nvSpPr>
        <p:spPr>
          <a:xfrm>
            <a:off x="548640" y="658368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6" name="Image 1" descr="/home/claude/proj/ic_wifi_c.png">
            <a:extLst>
              <a:ext uri="{FF2B5EF4-FFF2-40B4-BE49-F238E27FC236}">
                <a16:creationId xmlns:a16="http://schemas.microsoft.com/office/drawing/2014/main" id="{DDA41EF5-BFD4-4269-C5D4-12DE89C61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759409"/>
            <a:ext cx="575158" cy="57515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7A059BB-3E30-5470-2BCE-188798C292CA}"/>
              </a:ext>
            </a:extLst>
          </p:cNvPr>
          <p:cNvSpPr txBox="1"/>
          <p:nvPr/>
        </p:nvSpPr>
        <p:spPr>
          <a:xfrm>
            <a:off x="1508760" y="7132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 — Wireshark</a:t>
            </a:r>
            <a:endParaRPr lang="en-US" sz="28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0B1176B-64A6-5A20-6F4E-F6E739F5E550}"/>
              </a:ext>
            </a:extLst>
          </p:cNvPr>
          <p:cNvSpPr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68F4575-67F2-87DC-B887-396019321F49}"/>
              </a:ext>
            </a:extLst>
          </p:cNvPr>
          <p:cNvSpPr txBox="1"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PCAP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BC78C1F-4F65-3954-2C9A-DCF41D90D523}"/>
              </a:ext>
            </a:extLst>
          </p:cNvPr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E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annotated screenshot here ]</a:t>
            </a:r>
            <a:endParaRPr lang="en-US" sz="15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CA04FC7-DBBA-12E2-7337-895F2F13C744}"/>
              </a:ext>
            </a:extLst>
          </p:cNvPr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8A067438-C5D2-1506-A99D-D3E580A263F4}"/>
              </a:ext>
            </a:extLst>
          </p:cNvPr>
          <p:cNvSpPr/>
          <p:nvPr/>
        </p:nvSpPr>
        <p:spPr>
          <a:xfrm>
            <a:off x="236025" y="1594338"/>
            <a:ext cx="11689470" cy="489790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9A608E-7780-BD27-47D3-E8B7D9382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56" y="1701215"/>
            <a:ext cx="5967786" cy="46841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DF3565-5EC1-8FEF-4D96-F10AB9C3FF99}"/>
              </a:ext>
            </a:extLst>
          </p:cNvPr>
          <p:cNvSpPr txBox="1"/>
          <p:nvPr/>
        </p:nvSpPr>
        <p:spPr>
          <a:xfrm>
            <a:off x="6718852" y="1924216"/>
            <a:ext cx="3570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0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point out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AD4251-724F-A7F4-33FF-42B50C0B86A6}"/>
              </a:ext>
            </a:extLst>
          </p:cNvPr>
          <p:cNvSpPr txBox="1"/>
          <p:nvPr/>
        </p:nvSpPr>
        <p:spPr>
          <a:xfrm>
            <a:off x="6718852" y="2307570"/>
            <a:ext cx="4405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TCPView</a:t>
            </a:r>
            <a:r>
              <a:rPr lang="en-IN" dirty="0">
                <a:solidFill>
                  <a:schemeClr val="bg1"/>
                </a:solidFill>
              </a:rPr>
              <a:t> is used to identify which process created the suspicious network connection. It helps connect the network activity to the watcher.exe process.</a:t>
            </a:r>
          </a:p>
        </p:txBody>
      </p:sp>
    </p:spTree>
    <p:extLst>
      <p:ext uri="{BB962C8B-B14F-4D97-AF65-F5344CB8AC3E}">
        <p14:creationId xmlns:p14="http://schemas.microsoft.com/office/powerpoint/2010/main" val="4199874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LAYER 2 OF 3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658368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6" name="Image 1" descr="/home/claude/proj/ic_route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759409"/>
            <a:ext cx="575158" cy="5751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7132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Layer — TCPView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451592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1645920"/>
            <a:ext cx="11236960" cy="2971800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" y="1783080"/>
            <a:ext cx="91440" cy="9144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1783080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1783080"/>
            <a:ext cx="91440" cy="91440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2423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correlating socket to process owner...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point out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94360" y="5001768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" y="488180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the flagged connection to the exact local process — no guesswork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94360" y="5404104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534009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when the destination alone isn't conclusive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94360" y="5806440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68680" y="5742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expected apps for that destination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17B0F18-7A90-8CBA-584F-D16FF585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35844" b="42939"/>
          <a:stretch>
            <a:fillRect/>
          </a:stretch>
        </p:blipFill>
        <p:spPr>
          <a:xfrm>
            <a:off x="594360" y="1737058"/>
            <a:ext cx="5208413" cy="27983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A647A28-62EF-F395-4A9C-83EA28AC18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-862" r="42718" b="53554"/>
          <a:stretch>
            <a:fillRect/>
          </a:stretch>
        </p:blipFill>
        <p:spPr>
          <a:xfrm>
            <a:off x="5899690" y="1720871"/>
            <a:ext cx="5755243" cy="27907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" y="8988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LAYER 3 OF 3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658368"/>
            <a:ext cx="777240" cy="77724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6" name="Image 1" descr="/home/claude/proj/ic_histor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759409"/>
            <a:ext cx="575158" cy="5751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7132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 — Autoruns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424160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AUTORUN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3232" y="1783080"/>
            <a:ext cx="91440" cy="9144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1783080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1783080"/>
            <a:ext cx="91440" cy="91440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057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Logon tab: baseline vs. post-run diff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2423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 new entries detected — sample is non-persistent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E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annotated screenshot here 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point out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94360" y="5001768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snapshot taken before running the sample, compared after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94360" y="5404104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534009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found — a legitimate, reportable finding about the sample's sophistication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94360" y="5806440"/>
            <a:ext cx="82296" cy="82296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68680" y="5742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evidence chain alongside layers 1 and 2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1645920"/>
            <a:ext cx="11430000" cy="2770632"/>
          </a:xfrm>
          <a:prstGeom prst="rect">
            <a:avLst/>
          </a:prstGeom>
          <a:solidFill>
            <a:srgbClr val="05080F"/>
          </a:solidFill>
          <a:ln w="12700">
            <a:solidFill>
              <a:srgbClr val="244530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E2309D-DBA6-79A3-EA79-3F2AC0953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847088"/>
            <a:ext cx="5486142" cy="23161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836E3E-99B5-E659-A3E6-734EBC97F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102" y="1824189"/>
            <a:ext cx="5502020" cy="2322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GENERALIZATION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methodology, not a one-off trick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06040" cy="155448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95628" y="2148840"/>
            <a:ext cx="512064" cy="512064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8" name="Image 1" descr="/home/claude/proj/ic_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196" y="2215408"/>
            <a:ext cx="378927" cy="3789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Webhooks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383280" y="1920240"/>
            <a:ext cx="2606040" cy="155448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30268" y="2148840"/>
            <a:ext cx="512064" cy="512064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2" name="Image 2" descr="/home/claude/proj/ic_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836" y="2215408"/>
            <a:ext cx="378927" cy="3789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217920" y="1920240"/>
            <a:ext cx="2606040" cy="155448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264908" y="2148840"/>
            <a:ext cx="512064" cy="512064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6" name="Image 3" descr="/home/claude/proj/ic_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476" y="2215408"/>
            <a:ext cx="378927" cy="37892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Incoming Webhooks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9052560" y="1920240"/>
            <a:ext cx="2606040" cy="155448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099548" y="2148840"/>
            <a:ext cx="512064" cy="512064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20" name="Image 4" descr="/home/claude/proj/ic_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116" y="2215408"/>
            <a:ext cx="378927" cy="37892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4400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REST Exfil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548640" y="3840480"/>
            <a:ext cx="11064240" cy="1371600"/>
          </a:xfrm>
          <a:prstGeom prst="rect">
            <a:avLst/>
          </a:prstGeom>
          <a:solidFill>
            <a:srgbClr val="142218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68680" y="4023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three-layer approach — SNI/pattern, then process mapping, then persistence check — applies across all of these, since they share one structure: a legitimate API endpoint receiving periodic small payloads.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9494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approach needs help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41732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75688"/>
            <a:ext cx="594360" cy="594360"/>
          </a:xfrm>
          <a:prstGeom prst="ellipse">
            <a:avLst/>
          </a:prstGeom>
          <a:solidFill>
            <a:srgbClr val="FF4D6D"/>
          </a:solidFill>
          <a:ln w="15875">
            <a:solidFill>
              <a:srgbClr val="FF4D6D"/>
            </a:solidFill>
            <a:prstDash val="solid"/>
          </a:ln>
        </p:spPr>
      </p:sp>
      <p:pic>
        <p:nvPicPr>
          <p:cNvPr id="8" name="Image 1" descr="/home/claude/proj/ic_vp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2152955"/>
            <a:ext cx="439826" cy="4398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92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 / DNS-over-HTTPS</a:t>
            </a:r>
            <a:endParaRPr lang="en-US" sz="175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3134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destination SNI and IP at the network layer — Wireshark loses the domain signal if the VPN runs inside the same host.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291840"/>
            <a:ext cx="11064240" cy="141732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3675888"/>
            <a:ext cx="594360" cy="59436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13" name="Image 2" descr="/home/claude/proj/ic_check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7" y="3753155"/>
            <a:ext cx="439826" cy="43982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493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Host-layer detection still holds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39136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TCPView / Process Explorer map connections by local socket ownership — this doesn't depend on knowing the traffic's destination.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892040"/>
            <a:ext cx="11064240" cy="1417320"/>
          </a:xfrm>
          <a:prstGeom prst="rect">
            <a:avLst/>
          </a:prstGeom>
          <a:solidFill>
            <a:srgbClr val="0E1712"/>
          </a:solidFill>
          <a:ln w="12700">
            <a:solidFill>
              <a:srgbClr val="24453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5276088"/>
            <a:ext cx="594360" cy="594360"/>
          </a:xfrm>
          <a:prstGeom prst="ellipse">
            <a:avLst/>
          </a:prstGeom>
          <a:solidFill>
            <a:srgbClr val="FF4D6D"/>
          </a:solidFill>
          <a:ln w="15875">
            <a:solidFill>
              <a:srgbClr val="FF4D6D"/>
            </a:solidFill>
            <a:prstDash val="solid"/>
          </a:ln>
        </p:spPr>
      </p:sp>
      <p:pic>
        <p:nvPicPr>
          <p:cNvPr id="18" name="Image 3" descr="/home/claude/proj/ic_flag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7" y="5353355"/>
            <a:ext cx="439826" cy="43982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91640" y="5093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payload</a:t>
            </a:r>
            <a:endParaRPr lang="en-US" sz="1750" dirty="0"/>
          </a:p>
        </p:txBody>
      </p:sp>
      <p:sp>
        <p:nvSpPr>
          <p:cNvPr id="20" name="Text 14"/>
          <p:cNvSpPr txBox="1"/>
          <p:nvPr/>
        </p:nvSpPr>
        <p:spPr>
          <a:xfrm>
            <a:off x="1691640" y="55138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of captured keystrokes/images is never visible in transit — detection relies on metadata and behavior, not payload inspection.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bgmatrix_t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7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F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960120" cy="960120"/>
          </a:xfrm>
          <a:prstGeom prst="ellipse">
            <a:avLst/>
          </a:prstGeom>
          <a:solidFill>
            <a:srgbClr val="142218"/>
          </a:solidFill>
          <a:ln w="15875">
            <a:solidFill>
              <a:srgbClr val="244530"/>
            </a:solidFill>
            <a:prstDash val="solid"/>
          </a:ln>
        </p:spPr>
      </p:sp>
      <p:pic>
        <p:nvPicPr>
          <p:cNvPr id="6" name="Image 1" descr="/home/claude/proj/ic_shiel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6" y="1587856"/>
            <a:ext cx="710489" cy="71048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606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4F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chain beats a single signal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5204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traffic, host process mapping, and persistence checks together reliably identify webhook-based exfiltration without prior signature knowledge — reflecting the same correlation techniques real-world SOC analysts use daily.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2011680" cy="9144"/>
          </a:xfrm>
          <a:prstGeom prst="line">
            <a:avLst/>
          </a:prstGeom>
          <a:noFill/>
          <a:ln w="19050">
            <a:solidFill>
              <a:srgbClr val="24453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Webhook_Keylogger_Detection(5)</Template>
  <TotalTime>94</TotalTime>
  <Words>1203</Words>
  <Application>Microsoft Office PowerPoint</Application>
  <PresentationFormat>Widescreen</PresentationFormat>
  <Paragraphs>196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Syed Zabiullah Mehdi</dc:creator>
  <cp:lastModifiedBy>Syed Zabiullah Mehdi</cp:lastModifiedBy>
  <cp:revision>2</cp:revision>
  <dcterms:created xsi:type="dcterms:W3CDTF">2026-09-03T06:26:05Z</dcterms:created>
  <dcterms:modified xsi:type="dcterms:W3CDTF">2026-09-03T08:53:15Z</dcterms:modified>
</cp:coreProperties>
</file>